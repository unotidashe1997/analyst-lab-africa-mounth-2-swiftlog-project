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this is a data-driven review of SwiftLog operations from 12 linked tables and 5,000 orders.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business problem: leadership needs to know where supply chain performance is leaking and whether predictive logistics is feasible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Eight-step workflow; every step is reproducible in the notebook and the cleaning functions can be re-run on new extracts.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relationship diagram shows Orders as the hub. Suppliers are isolated: there is no supplier key anywhere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1 summarises the main KPIs. September is partial (data ends 8 Sep).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warehouse confidence interval overlaps the network average; chi-square p = 0.33. Regions, weekdays and order types behave the same.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Cancelled orders have the same delay and return rates as delivered ones, which cannot be true if the status were accurate.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RFM and K-Means segmentation; silhouette is modest so treat segments as planning buckets.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Workload per employee ranges 20 to 38 with near-equal shipment volume. Low-stock positions cluster at W14, W06, W13 and W15.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 of ten tests was significant; effect sizes are negligible. Baseline models on a time split reach AUC about 0.52.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Fifteen recommendations are in the report; these six are the priority.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figures are illustrative arithmetic on the observed data, not forecasts; they need cost data to convert into profit.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the analysis is honest about what the data can and cannot say; the recommendations unlock the predictive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SwiftLog Logistics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0312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intelligence and the road to predictive logistics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297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DS05 · Data Science Track · Week 5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Consulting · orders 1 Jan – 8 Sep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one order in three is delivered, and most deliveries are late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474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57276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33.2%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3042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orders reach Delivered status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343400" y="1463040"/>
            <a:ext cx="3474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26280" y="157276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32.5%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4526280" y="23042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orders cancelled (7.23M of value)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138160" y="1463040"/>
            <a:ext cx="3474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21040" y="157276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63.7%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8321040" y="23042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shipments delayed 3+ days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657600"/>
            <a:ext cx="10972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orders, time and money being lost between order and delivery?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warehouses, regions, products or suppliers need attention?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current data support predictive models for delay and returns?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science methodology: from raw tables to evidence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960120" y="1737360"/>
            <a:ext cx="640080" cy="64008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601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880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tables, keys, gaps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60320" y="1737360"/>
            <a:ext cx="640080" cy="64008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5603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2148840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2148840" y="2880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logged steps, no rows lost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160520" y="1737360"/>
            <a:ext cx="640080" cy="64008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605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3749040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749040" y="2880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charts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760720" y="1737360"/>
            <a:ext cx="640080" cy="64008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7607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5349240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349240" y="2880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hypothesis tests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360920" y="1737360"/>
            <a:ext cx="640080" cy="64008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609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6949440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949440" y="2880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80+ features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961120" y="1737360"/>
            <a:ext cx="640080" cy="64008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9611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8549640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8549640" y="2880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customers, products, sites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10561320" y="1737360"/>
            <a:ext cx="640080" cy="64008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05613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30" name="Text 27"/>
          <p:cNvSpPr txBox="1"/>
          <p:nvPr/>
        </p:nvSpPr>
        <p:spPr>
          <a:xfrm>
            <a:off x="10149840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10149840" y="2880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actions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411480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cleaning pipeline; outliers flagged and capped in a separate column, never silently removed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revenue views: gross, confirmed (excludes cancelled) and delivered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data is missing (suppliers, capacity, ship dates) we say so instead of inventing it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preparation: one clean order-level table, and clear gaps</a:t>
            </a:r>
            <a:endParaRPr lang="en-US" sz="2800" dirty="0"/>
          </a:p>
        </p:txBody>
      </p:sp>
      <p:pic>
        <p:nvPicPr>
          <p:cNvPr id="4" name="Image 0" descr="/home/claude/Week5_DataScience_SwiftLog_YourName/Visualizations/Charts/01_data_relationship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35093"/>
            <a:ext cx="6583680" cy="362789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406640" y="1463040"/>
            <a:ext cx="4206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tables linked on 8 keys; 0 orphan records, 0 missing values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orders joined to customers, items, shipments, warehouses and returns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duplicate lines merged; 3 duplicate stock rows dropped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236 orders have no line items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supplier link, capacity or ship dates exist in the data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summary: flat volume, low conversion, high lateness</a:t>
            </a:r>
            <a:endParaRPr lang="en-US" sz="2800" dirty="0"/>
          </a:p>
        </p:txBody>
      </p:sp>
      <p:pic>
        <p:nvPicPr>
          <p:cNvPr id="4" name="Image 0" descr="/home/claude/Week5_DataScience_SwiftLog_YourName/Visualizations/Dashboards/Dashboard_1_Executive_KP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7155" y="1188720"/>
            <a:ext cx="762721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1: lateness is network-wide, not one bad warehouse</a:t>
            </a:r>
            <a:endParaRPr lang="en-US" sz="2800" dirty="0"/>
          </a:p>
        </p:txBody>
      </p:sp>
      <p:pic>
        <p:nvPicPr>
          <p:cNvPr id="4" name="Image 0" descr="/home/claude/Week5_DataScience_SwiftLog_YourName/Visualizations/Charts/15_delay_by_warehou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32832"/>
            <a:ext cx="6949440" cy="334097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680960" y="1645920"/>
            <a:ext cx="4023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63.7% delayed; mean 3.57 days; spread evenly 0–7 days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Warehouses: p = 0.33; cities: p = 0.10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site or region to blame; the cause is upstream (carrier SLAs, dispatch planning, promise-date rule)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2: order status and shipment records disagree</a:t>
            </a:r>
            <a:endParaRPr lang="en-US" sz="2800" dirty="0"/>
          </a:p>
        </p:txBody>
      </p:sp>
      <p:pic>
        <p:nvPicPr>
          <p:cNvPr id="4" name="Image 0" descr="/home/claude/Week5_DataScience_SwiftLog_YourName/Visualizations/Charts/23_status_integr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2771"/>
            <a:ext cx="6949440" cy="376109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680960" y="1645920"/>
            <a:ext cx="4023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1,626 shipments recorded on Cancelled orders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335 returns recorded on orders that were never delivered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KPIs are contaminated until status is reconciled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 cancelled and 34% pending is a conversion leak worth 7.23M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3: a third of revenue sits with lapsing high-value customers</a:t>
            </a:r>
            <a:endParaRPr lang="en-US" sz="2800" dirty="0"/>
          </a:p>
        </p:txBody>
      </p:sp>
      <p:pic>
        <p:nvPicPr>
          <p:cNvPr id="4" name="Image 0" descr="/home/claude/Week5_DataScience_SwiftLog_YourName/Visualizations/Charts/26_customer_seg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08676"/>
            <a:ext cx="7132320" cy="3149209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863840" y="1645920"/>
            <a:ext cx="3840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Champions: 44% of revenue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high value: 34% of revenue, last order about 86 days ago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whales: top 20% of customers give 41% of revenue (Gini 0.38)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segment experiences the same 62–68% delay rate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4: staffing is uneven and stock risk is concentrated</a:t>
            </a:r>
            <a:endParaRPr lang="en-US" sz="2800" dirty="0"/>
          </a:p>
        </p:txBody>
      </p:sp>
      <p:pic>
        <p:nvPicPr>
          <p:cNvPr id="4" name="Image 0" descr="/home/claude/Week5_DataScience_SwiftLog_YourName/Visualizations/Dashboards/Dashboard_2_Oper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52390"/>
            <a:ext cx="7498080" cy="48676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229600" y="1645920"/>
            <a:ext cx="34747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 per employee: 20 (W13) to 38 (W14)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W14, W15, W12 are heavily loaded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of 2,455 stock positions are under 20 units; 8 are at W14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does not explain delays (p = 0.93)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Statistics and ML: today's data cannot predict delays or returns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3474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8132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of 10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2128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tests significant at 0.05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343400" y="1371600"/>
            <a:ext cx="3474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26280" y="148132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0.52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4526280" y="22128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delay-model AUC (0.50 = chance)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138160" y="1371600"/>
            <a:ext cx="3474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21040" y="148132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8321040" y="22128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operational correlation (rho)</a:t>
            </a:r>
            <a:endParaRPr lang="en-US" sz="1200" dirty="0"/>
          </a:p>
        </p:txBody>
      </p:sp>
      <p:pic>
        <p:nvPicPr>
          <p:cNvPr id="13" name="Image 0" descr="/home/claude/Week5_DataScience_SwiftLog_YourName/Visualizations/Charts/24_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65995"/>
            <a:ext cx="5120640" cy="288633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035040" y="3200400"/>
            <a:ext cx="5577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is sound: history-based, no leakage, documented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drivers of delay are simply not in the data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Needed: carrier, route distance, promised and actual dates, picker or shift, capacity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Recommendations: fix the basics first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5440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783080"/>
            <a:ext cx="640080" cy="64008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5087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order status with shipment and return events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4231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72200" y="1371600"/>
            <a:ext cx="5440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55080" y="1783080"/>
            <a:ext cx="640080" cy="64008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5508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7178040" y="15087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Network-wide on-time delivery programme (carrier SLAs, cut-offs, promise dates)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178040" y="24231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3063240"/>
            <a:ext cx="5440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31520" y="3474720"/>
            <a:ext cx="640080" cy="64008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1554480" y="32004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review of cancelled and pending orders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554480" y="41148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172200" y="3063240"/>
            <a:ext cx="5440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55080" y="3474720"/>
            <a:ext cx="640080" cy="64008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5508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7178040" y="32004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staff to W14, W15, W12; replenish low-stock hotspots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178040" y="41148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priority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48640" y="4754880"/>
            <a:ext cx="5440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31520" y="5166360"/>
            <a:ext cx="640080" cy="64008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3152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1554480" y="48920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 programme for lapsing high-value customers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1554480" y="58064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172200" y="4754880"/>
            <a:ext cx="54406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355080" y="5166360"/>
            <a:ext cx="640080" cy="64008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35508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7178040" y="48920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supplier, carrier, dates and capacity data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7178040" y="58064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impact and future ML opportunities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business impact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5303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Recovering 10% of cancelled value is worth about 0.72M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10-point cut in lateness lifts on-time delivery from 36% to about 46%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 of lapsing customers protects about a third of revenue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KPIs after status reconciliation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ML opportunities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1828800"/>
            <a:ext cx="5303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Delivery-delay risk scoring (needs carrier, distance, promised dates)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and revenue forecasting (needs longer history)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and win-back propensity (RFM features ready)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Return-risk scoring (needs product defect and picker data)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on status versus shipment events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801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next best step is data, not modelling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DC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SwiftLog has a stable but flat order book and a network-wide delivery problem.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DC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status, fix the delivery process, win back lapsing customers.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DCE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supplier, carrier and date fields; then build delay-risk and demand models.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2026-10-15T11:20:03Z</dcterms:created>
  <dcterms:modified xsi:type="dcterms:W3CDTF">2026-10-15T11:20:03Z</dcterms:modified>
</cp:coreProperties>
</file>